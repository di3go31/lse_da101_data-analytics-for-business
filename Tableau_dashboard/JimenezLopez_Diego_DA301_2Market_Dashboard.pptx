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EAC9B14-1F59-459A-BCCA-F4B754F170A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JimenezLopez_Diego_DA301_2Market_Dashboard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A57A7F8-F62C-43DB-B15D-AFA70FE5F81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18/02/2026 16:49:17 GMT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emographics" id="2" name="slide2">
            <a:extLst>
              <a:ext uri="{FF2B5EF4-FFF2-40B4-BE49-F238E27FC236}">
                <a16:creationId xmlns:a16="http://schemas.microsoft.com/office/drawing/2014/main" id="{89FB54BE-20E3-4BEE-AC95-E8BDDFCBCE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st effective advertising channels" id="3" name="slide3">
            <a:extLst>
              <a:ext uri="{FF2B5EF4-FFF2-40B4-BE49-F238E27FC236}">
                <a16:creationId xmlns:a16="http://schemas.microsoft.com/office/drawing/2014/main" id="{1AF3F6BA-B922-4F1F-83E2-8A1571F606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st sold products" id="4" name="slide4">
            <a:extLst>
              <a:ext uri="{FF2B5EF4-FFF2-40B4-BE49-F238E27FC236}">
                <a16:creationId xmlns:a16="http://schemas.microsoft.com/office/drawing/2014/main" id="{89DD5BAB-D38C-4684-B714-E3431F69DD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2026-02-18T16:49:17Z</dcterms:created>
  <dcterms:modified xsi:type="dcterms:W3CDTF">2026-02-18T16:49:17Z</dcterms:modified>
</cp:coreProperties>
</file>